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Teachable Machine Clone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Rust Axum Backend</a:t>
            </a:r>
          </a:p>
          <a:p>
            <a:r>
              <a:t>Streamlit Frontend</a:t>
            </a:r>
          </a:p>
          <a:p>
            <a:r>
              <a:t>Gemini Vision API</a:t>
            </a:r>
          </a:p>
          <a:p>
            <a:r>
              <a:t>AI Image Classification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Teachable Machine style application</a:t>
            </a:r>
          </a:p>
          <a:p>
            <a:r>
              <a:t>Upload and classify images</a:t>
            </a:r>
          </a:p>
          <a:p>
            <a:r>
              <a:t>Create real-time prediction workflow</a:t>
            </a:r>
          </a:p>
          <a:p>
            <a:r>
              <a:t>Learn full-stack AI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Streamlit</a:t>
            </a:r>
          </a:p>
          <a:p>
            <a:r>
              <a:t>Backend: Rust + Axum</a:t>
            </a:r>
          </a:p>
          <a:p>
            <a:r>
              <a:t>AI Model: Gemini Vision API</a:t>
            </a:r>
          </a:p>
          <a:p>
            <a:r>
              <a:t>Visualization: Altair Charts</a:t>
            </a:r>
          </a:p>
          <a:p>
            <a:r>
              <a:t>REST APIs for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uploads images</a:t>
            </a:r>
          </a:p>
          <a:p>
            <a:r>
              <a:t>Backend handles API requests</a:t>
            </a:r>
          </a:p>
          <a:p>
            <a:r>
              <a:t>Gemini Vision processes images</a:t>
            </a:r>
          </a:p>
          <a:p>
            <a:r>
              <a:t>Predictions returned to frontend</a:t>
            </a:r>
          </a:p>
          <a:p>
            <a:r>
              <a:t>Confidence chart displayed to 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Cargo Rust project</a:t>
            </a:r>
          </a:p>
          <a:p>
            <a:r>
              <a:t>Configured dependencies in Cargo.toml</a:t>
            </a:r>
          </a:p>
          <a:p>
            <a:r>
              <a:t>Implemented REST APIs</a:t>
            </a:r>
          </a:p>
          <a:p>
            <a:r>
              <a:t>Used Tokio async runtime</a:t>
            </a:r>
          </a:p>
          <a:p>
            <a:r>
              <a:t>Added multipart image upload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UI using Streamlit</a:t>
            </a:r>
          </a:p>
          <a:p>
            <a:r>
              <a:t>Added class management</a:t>
            </a:r>
          </a:p>
          <a:p>
            <a:r>
              <a:t>Implemented file upload</a:t>
            </a:r>
          </a:p>
          <a:p>
            <a:r>
              <a:t>Connected frontend to backend APIs</a:t>
            </a:r>
          </a:p>
          <a:p>
            <a:r>
              <a:t>Displayed prediction confidence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Gemini Vision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Configured GEMINI_API_KEY</a:t>
            </a:r>
          </a:p>
          <a:p>
            <a:r>
              <a:t>Converted image to base64</a:t>
            </a:r>
          </a:p>
          <a:p>
            <a:r>
              <a:t>Sent image to Gemini API</a:t>
            </a:r>
          </a:p>
          <a:p>
            <a:r>
              <a:t>Parsed Gemini JSON response</a:t>
            </a:r>
          </a:p>
          <a:p>
            <a:r>
              <a:t>Displayed prediction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/api/ping</a:t>
            </a:r>
          </a:p>
          <a:p>
            <a:r>
              <a:t>/api/upload</a:t>
            </a:r>
          </a:p>
          <a:p>
            <a:r>
              <a:t>/api/train</a:t>
            </a:r>
          </a:p>
          <a:p>
            <a:r>
              <a:t>/api/predict</a:t>
            </a:r>
          </a:p>
          <a:p>
            <a:r>
              <a:t>/api/rename_class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Cargo dependency issues</a:t>
            </a:r>
          </a:p>
          <a:p>
            <a:r>
              <a:t>Resolved project structure problems</a:t>
            </a:r>
          </a:p>
          <a:p>
            <a:r>
              <a:t>Handled CORS configuration</a:t>
            </a:r>
          </a:p>
          <a:p>
            <a:r>
              <a:t>Fixed mock prediction logic</a:t>
            </a:r>
          </a:p>
          <a:p>
            <a:r>
              <a:t>Integrated real Gemini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image classes</a:t>
            </a:r>
          </a:p>
          <a:p>
            <a:r>
              <a:t>Upload training images</a:t>
            </a:r>
          </a:p>
          <a:p>
            <a:r>
              <a:t>Train model</a:t>
            </a:r>
          </a:p>
          <a:p>
            <a:r>
              <a:t>Upload test image</a:t>
            </a:r>
          </a:p>
          <a:p>
            <a:r>
              <a:t>Predict class 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integration</a:t>
            </a:r>
          </a:p>
          <a:p>
            <a:r>
              <a:t>Docker deployment</a:t>
            </a:r>
          </a:p>
          <a:p>
            <a:r>
              <a:t>Cloud hosting</a:t>
            </a:r>
          </a:p>
          <a:p>
            <a:r>
              <a:t>Authentication system</a:t>
            </a:r>
          </a:p>
          <a:p>
            <a:r>
              <a:t>Custom ML model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a full-stack AI project</a:t>
            </a:r>
          </a:p>
          <a:p>
            <a:r>
              <a:t>Integrated Rust, Python, and Gemini</a:t>
            </a:r>
          </a:p>
          <a:p>
            <a:r>
              <a:t>Learned real-world debugging</a:t>
            </a:r>
          </a:p>
          <a:p>
            <a:r>
              <a:t>Created reusable portfolio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